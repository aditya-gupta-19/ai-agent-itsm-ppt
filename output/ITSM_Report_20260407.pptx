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1F3864"/>
                </a:solidFill>
              </a:defRPr>
            </a:pPr>
            <a:r>
              <a:t>ITSM Weekly Report — 20260407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2E75B6"/>
                </a:solidFill>
              </a:defRPr>
            </a:pPr>
            <a:r>
              <a:t>Auto-generated | 5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" b="1">
                <a:solidFill>
                  <a:srgbClr val="FFFFFF"/>
                </a:solidFill>
              </a:defRPr>
            </a:pPr>
            <a:r>
              <a:t>MIM  |  Date: 20260407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594360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8">
                <a:solidFill>
                  <a:srgbClr val="1F3864"/>
                </a:solidFill>
              </a:defRPr>
            </a:pPr>
            <a:r>
              <a:t>Summary</a:t>
            </a:r>
          </a:p>
          <a:p>
            <a:pPr>
              <a:defRPr sz="864">
                <a:solidFill>
                  <a:srgbClr val="333333"/>
                </a:solidFill>
              </a:defRPr>
            </a:pPr>
            <a:r>
              <a:t>The MIM team has 1 data records for this period.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Delivery Percent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First-Time Right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023360"/>
            <a:ext cx="5943600" cy="2103120"/>
          </a:xfrm>
          <a:prstGeom prst="rect">
            <a:avLst/>
          </a:prstGeom>
          <a:solidFill>
            <a:srgbClr val="FFFFFF"/>
          </a:solidFill>
          <a:ln w="1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11480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F3864"/>
                </a:solidFill>
              </a:defRPr>
            </a:pPr>
            <a:r>
              <a:t>Insights</a:t>
            </a:r>
          </a:p>
          <a:p>
            <a:pPr>
              <a:defRPr i="1" sz="864">
                <a:solidFill>
                  <a:srgbClr val="1F3864"/>
                </a:solidFill>
              </a:defRPr>
            </a:pPr>
            <a:r>
              <a:t>AI analysis unavailable. Manual review recommended.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624535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" b="1">
                <a:solidFill>
                  <a:srgbClr val="FFFFFF"/>
                </a:solidFill>
              </a:defRPr>
            </a:pPr>
            <a:r>
              <a:t>Change  |  Date: 20260407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594360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8">
                <a:solidFill>
                  <a:srgbClr val="1F3864"/>
                </a:solidFill>
              </a:defRPr>
            </a:pPr>
            <a:r>
              <a:t>Summary</a:t>
            </a:r>
          </a:p>
          <a:p>
            <a:pPr>
              <a:defRPr sz="864">
                <a:solidFill>
                  <a:srgbClr val="333333"/>
                </a:solidFill>
              </a:defRPr>
            </a:pPr>
            <a:r>
              <a:t>The Change team has 1 data records for this period.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Change Success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Change Causing MI vs Other 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Failed Change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Unauthorised Change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023360"/>
            <a:ext cx="5943600" cy="2103120"/>
          </a:xfrm>
          <a:prstGeom prst="rect">
            <a:avLst/>
          </a:prstGeom>
          <a:solidFill>
            <a:srgbClr val="FFFFFF"/>
          </a:solidFill>
          <a:ln w="1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11480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F3864"/>
                </a:solidFill>
              </a:defRPr>
            </a:pPr>
            <a:r>
              <a:t>Insights</a:t>
            </a:r>
          </a:p>
          <a:p>
            <a:pPr>
              <a:defRPr i="1" sz="864">
                <a:solidFill>
                  <a:srgbClr val="1F3864"/>
                </a:solidFill>
              </a:defRPr>
            </a:pPr>
            <a:r>
              <a:t>AI analysis unavailable. Manual review recommended.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624535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" b="1">
                <a:solidFill>
                  <a:srgbClr val="FFFFFF"/>
                </a:solidFill>
              </a:defRPr>
            </a:pPr>
            <a:r>
              <a:t>Problem  |  Date: 20260407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594360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8">
                <a:solidFill>
                  <a:srgbClr val="1F3864"/>
                </a:solidFill>
              </a:defRPr>
            </a:pPr>
            <a:r>
              <a:t>Summary</a:t>
            </a:r>
          </a:p>
          <a:p>
            <a:pPr>
              <a:defRPr sz="864">
                <a:solidFill>
                  <a:srgbClr val="333333"/>
                </a:solidFill>
              </a:defRPr>
            </a:pPr>
            <a:r>
              <a:t>The Problem team has 1 data records for this period.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Avg Resolution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Recurring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023360"/>
            <a:ext cx="5943600" cy="2103120"/>
          </a:xfrm>
          <a:prstGeom prst="rect">
            <a:avLst/>
          </a:prstGeom>
          <a:solidFill>
            <a:srgbClr val="FFFFFF"/>
          </a:solidFill>
          <a:ln w="1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11480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F3864"/>
                </a:solidFill>
              </a:defRPr>
            </a:pPr>
            <a:r>
              <a:t>Insights</a:t>
            </a:r>
          </a:p>
          <a:p>
            <a:pPr>
              <a:defRPr i="1" sz="864">
                <a:solidFill>
                  <a:srgbClr val="1F3864"/>
                </a:solidFill>
              </a:defRPr>
            </a:pPr>
            <a:r>
              <a:t>AI analysis unavailable. Manual review recommended.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51560"/>
            <a:ext cx="624535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" b="1">
                <a:solidFill>
                  <a:srgbClr val="FFFFFF"/>
                </a:solidFill>
              </a:defRPr>
            </a:pPr>
            <a:r>
              <a:t>CMDB  |  Date: 20260407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594360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8">
                <a:solidFill>
                  <a:srgbClr val="1F3864"/>
                </a:solidFill>
              </a:defRPr>
            </a:pPr>
            <a:r>
              <a:t>Summary</a:t>
            </a:r>
          </a:p>
          <a:p>
            <a:pPr>
              <a:defRPr sz="864">
                <a:solidFill>
                  <a:srgbClr val="333333"/>
                </a:solidFill>
              </a:defRPr>
            </a:pPr>
            <a:r>
              <a:t>The CMDB team has 1 data records for this period.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CI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Audit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023360"/>
            <a:ext cx="5943600" cy="2103120"/>
          </a:xfrm>
          <a:prstGeom prst="rect">
            <a:avLst/>
          </a:prstGeom>
          <a:solidFill>
            <a:srgbClr val="FFFFFF"/>
          </a:solidFill>
          <a:ln w="1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11480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F3864"/>
                </a:solidFill>
              </a:defRPr>
            </a:pPr>
            <a:r>
              <a:t>Insights</a:t>
            </a:r>
          </a:p>
          <a:p>
            <a:pPr>
              <a:defRPr i="1" sz="864">
                <a:solidFill>
                  <a:srgbClr val="1F3864"/>
                </a:solidFill>
              </a:defRPr>
            </a:pPr>
            <a:r>
              <a:t>AI analysis unavailable. Manual review recommended.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624535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" b="1">
                <a:solidFill>
                  <a:srgbClr val="FFFFFF"/>
                </a:solidFill>
              </a:defRPr>
            </a:pPr>
            <a:r>
              <a:t>NOC  |  Date: 20260407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594360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8">
                <a:solidFill>
                  <a:srgbClr val="1F3864"/>
                </a:solidFill>
              </a:defRPr>
            </a:pPr>
            <a:r>
              <a:t>Summary</a:t>
            </a:r>
          </a:p>
          <a:p>
            <a:pPr>
              <a:defRPr sz="864">
                <a:solidFill>
                  <a:srgbClr val="333333"/>
                </a:solidFill>
              </a:defRPr>
            </a:pPr>
            <a:r>
              <a:t>The NOC team has 1 data records for this period.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219456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KPI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F386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MTTR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SLA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96.39999999999999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5C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023360"/>
            <a:ext cx="5943600" cy="2103120"/>
          </a:xfrm>
          <a:prstGeom prst="rect">
            <a:avLst/>
          </a:prstGeom>
          <a:solidFill>
            <a:srgbClr val="FFFFFF"/>
          </a:solidFill>
          <a:ln w="1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4114800"/>
            <a:ext cx="5577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F3864"/>
                </a:solidFill>
              </a:defRPr>
            </a:pPr>
            <a:r>
              <a:t>Insights</a:t>
            </a:r>
          </a:p>
          <a:p>
            <a:pPr>
              <a:defRPr i="1" sz="864">
                <a:solidFill>
                  <a:srgbClr val="1F3864"/>
                </a:solidFill>
              </a:defRPr>
            </a:pPr>
            <a:r>
              <a:t>AI analysis unavailable. Manual review recommended.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6245352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